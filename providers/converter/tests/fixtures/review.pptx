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thank the Dock Street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Harbor Cafe 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Fictional deck for the converter's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Opening day sales beat the forecast</a:t>
            </a:r>
          </a:p>
          <a:p>
            <a:r>
              <a:t>Staff turnover fell to 8 percent</a:t>
            </a:r>
          </a:p>
          <a:p>
            <a:r>
              <a:t>Supplier costs stayed flat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Visits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Dock Street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Mill 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