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Opening checklist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Unlock the doors</a:t>
            </a:r>
          </a:p>
          <a:p>
            <a:pPr lvl="1"/>
            <a:r>
              <a:t>Disarm the alarm</a:t>
            </a:r>
          </a:p>
          <a:p>
            <a:pPr/>
            <a:r>
              <a:t>Count the cash float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Call the manager if the float is short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Suppliers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645920"/>
          <a:ext cx="731520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</a:tblGrid>
              <a:tr h="457200">
                <a:tc>
                  <a:txBody>
                    <a:bodyPr/>
                    <a:lstStyle/>
                    <a:p>
                      <a:r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Terms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Quay Beans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net 30 | invoice by mail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Draft pricing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 slide with no title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